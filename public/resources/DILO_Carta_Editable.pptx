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l_vi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484632" y="438912"/>
            <a:ext cx="457200" cy="457200"/>
          </a:xfrm>
          <a:prstGeom prst="ellipse">
            <a:avLst/>
          </a:prstGeom>
          <a:noFill/>
          <a:ln w="20320">
            <a:solidFill>
              <a:srgbClr val="292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21208" y="475488"/>
            <a:ext cx="384048" cy="384048"/>
          </a:xfrm>
          <a:prstGeom prst="ellipse">
            <a:avLst/>
          </a:prstGeom>
          <a:noFill/>
          <a:ln w="20320">
            <a:solidFill>
              <a:srgbClr val="292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57784" y="512063"/>
            <a:ext cx="310896" cy="310896"/>
          </a:xfrm>
          <a:prstGeom prst="ellipse">
            <a:avLst/>
          </a:prstGeom>
          <a:noFill/>
          <a:ln w="20320">
            <a:solidFill>
              <a:srgbClr val="292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48640"/>
            <a:ext cx="237744" cy="237744"/>
          </a:xfrm>
          <a:prstGeom prst="ellipse">
            <a:avLst/>
          </a:prstGeom>
          <a:noFill/>
          <a:ln w="20320">
            <a:solidFill>
              <a:srgbClr val="292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36" y="585216"/>
            <a:ext cx="164592" cy="164592"/>
          </a:xfrm>
          <a:prstGeom prst="ellipse">
            <a:avLst/>
          </a:prstGeom>
          <a:solidFill>
            <a:srgbClr val="A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96772" y="651052"/>
            <a:ext cx="32918" cy="32918"/>
          </a:xfrm>
          <a:prstGeom prst="ellipse">
            <a:avLst/>
          </a:prstGeom>
          <a:solidFill>
            <a:srgbClr val="F5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65760"/>
            <a:ext cx="3200400" cy="429768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2800" b="1" i="0">
                <a:solidFill>
                  <a:srgbClr val="29241E"/>
                </a:solidFill>
                <a:latin typeface="Lato"/>
              </a:defRPr>
            </a:pPr>
            <a:r>
              <a:t>DILO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841248"/>
            <a:ext cx="3566160" cy="21945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800" b="1" i="0">
                <a:solidFill>
                  <a:srgbClr val="AA4A2A"/>
                </a:solidFill>
                <a:latin typeface="Lato"/>
              </a:defRPr>
            </a:pPr>
            <a:r>
              <a:t>V I N Y L   &amp;   S T O R I E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252728"/>
            <a:ext cx="5394960" cy="621792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3900" b="0" i="1">
                <a:solidFill>
                  <a:srgbClr val="29241E"/>
                </a:solidFill>
                <a:latin typeface="Liberation Serif"/>
              </a:defRPr>
            </a:pPr>
            <a:r>
              <a:t>Para ti,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901952"/>
            <a:ext cx="5870448" cy="256032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000" b="1" i="0">
                <a:solidFill>
                  <a:srgbClr val="AA4A2A"/>
                </a:solidFill>
                <a:latin typeface="Lato"/>
              </a:defRPr>
            </a:pPr>
            <a:r>
              <a:t>UNA CARTA. MUCHAS CANCIONES.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258568"/>
            <a:ext cx="5907024" cy="640080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300" b="0" i="0">
                <a:solidFill>
                  <a:srgbClr val="29241E"/>
                </a:solidFill>
                <a:latin typeface="Liberation Serif"/>
              </a:defRPr>
            </a:pPr>
            <a:r>
              <a:t>Quería dedicarte este regalo con la única intención de demostrarte mi amor. Porque nuestra historia también tiene banda sonora.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017520"/>
            <a:ext cx="5623560" cy="10972"/>
          </a:xfrm>
          <a:prstGeom prst="rect">
            <a:avLst/>
          </a:prstGeom>
          <a:solidFill>
            <a:srgbClr val="A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82112"/>
            <a:ext cx="5577840" cy="274320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000" b="1" i="0">
                <a:solidFill>
                  <a:srgbClr val="384E3D"/>
                </a:solidFill>
                <a:latin typeface="Lato"/>
              </a:defRPr>
            </a:pPr>
            <a:r>
              <a:t>LOS DISCOS QUE CUENTAN NUESTRA HISTORIA</a:t>
            </a:r>
          </a:p>
        </p:txBody>
      </p:sp>
      <p:sp>
        <p:nvSpPr>
          <p:cNvPr id="16" name="Oval 15"/>
          <p:cNvSpPr/>
          <p:nvPr/>
        </p:nvSpPr>
        <p:spPr>
          <a:xfrm>
            <a:off x="603504" y="3657600"/>
            <a:ext cx="292608" cy="292608"/>
          </a:xfrm>
          <a:prstGeom prst="ellipse">
            <a:avLst/>
          </a:prstGeom>
          <a:solidFill>
            <a:srgbClr val="A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3694176"/>
            <a:ext cx="237744" cy="155448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 algn="ctr">
              <a:defRPr sz="1000" b="1" i="0">
                <a:solidFill>
                  <a:srgbClr val="F5E8D0"/>
                </a:solidFill>
                <a:latin typeface="Lato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593592"/>
            <a:ext cx="5074920" cy="31089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800" b="0" i="1">
                <a:solidFill>
                  <a:srgbClr val="29241E"/>
                </a:solidFill>
                <a:latin typeface="Liberation Serif"/>
              </a:defRPr>
            </a:pPr>
            <a:r>
              <a:t>Here Comes the Sun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3977640"/>
            <a:ext cx="5056632" cy="44805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200" b="0" i="0">
                <a:solidFill>
                  <a:srgbClr val="29241E"/>
                </a:solidFill>
                <a:latin typeface="Liberation Serif"/>
              </a:defRPr>
            </a:pPr>
            <a:r>
              <a:t>Porque contigo hasta los días grises tienen otra luz.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544568"/>
            <a:ext cx="5212080" cy="10972"/>
          </a:xfrm>
          <a:prstGeom prst="rect">
            <a:avLst/>
          </a:prstGeom>
          <a:solidFill>
            <a:srgbClr val="B89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4718304"/>
            <a:ext cx="292608" cy="292608"/>
          </a:xfrm>
          <a:prstGeom prst="ellipse">
            <a:avLst/>
          </a:prstGeom>
          <a:solidFill>
            <a:srgbClr val="A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4754880"/>
            <a:ext cx="237744" cy="155448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 algn="ctr">
              <a:defRPr sz="1000" b="1" i="0">
                <a:solidFill>
                  <a:srgbClr val="F5E8D0"/>
                </a:solidFill>
                <a:latin typeface="Lato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654296"/>
            <a:ext cx="5074920" cy="31089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800" b="0" i="1">
                <a:solidFill>
                  <a:srgbClr val="29241E"/>
                </a:solidFill>
                <a:latin typeface="Liberation Serif"/>
              </a:defRPr>
            </a:pPr>
            <a:r>
              <a:t>Just the Two of 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5038344"/>
            <a:ext cx="5056632" cy="44805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200" b="0" i="0">
                <a:solidFill>
                  <a:srgbClr val="29241E"/>
                </a:solidFill>
                <a:latin typeface="Liberation Serif"/>
              </a:defRPr>
            </a:pPr>
            <a:r>
              <a:t>Porque los mejores planes siempre han sido los nuestros.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5605272"/>
            <a:ext cx="5212080" cy="10972"/>
          </a:xfrm>
          <a:prstGeom prst="rect">
            <a:avLst/>
          </a:prstGeom>
          <a:solidFill>
            <a:srgbClr val="B89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3504" y="5779008"/>
            <a:ext cx="292608" cy="292608"/>
          </a:xfrm>
          <a:prstGeom prst="ellipse">
            <a:avLst/>
          </a:prstGeom>
          <a:solidFill>
            <a:srgbClr val="A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5815584"/>
            <a:ext cx="237744" cy="155448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 algn="ctr">
              <a:defRPr sz="1000" b="1" i="0">
                <a:solidFill>
                  <a:srgbClr val="F5E8D0"/>
                </a:solidFill>
                <a:latin typeface="Lato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715000"/>
            <a:ext cx="5074920" cy="31089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800" b="0" i="1">
                <a:solidFill>
                  <a:srgbClr val="29241E"/>
                </a:solidFill>
                <a:latin typeface="Liberation Serif"/>
              </a:defRPr>
            </a:pPr>
            <a:r>
              <a:t>Dreams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6099048"/>
            <a:ext cx="5056632" cy="44805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200" b="0" i="0">
                <a:solidFill>
                  <a:srgbClr val="29241E"/>
                </a:solidFill>
                <a:latin typeface="Liberation Serif"/>
              </a:defRPr>
            </a:pPr>
            <a:r>
              <a:t>Porque todavía nos quedan sueños por cumplir.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6665976"/>
            <a:ext cx="5212080" cy="10972"/>
          </a:xfrm>
          <a:prstGeom prst="rect">
            <a:avLst/>
          </a:prstGeom>
          <a:solidFill>
            <a:srgbClr val="B89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03504" y="6839712"/>
            <a:ext cx="292608" cy="292608"/>
          </a:xfrm>
          <a:prstGeom prst="ellipse">
            <a:avLst/>
          </a:prstGeom>
          <a:solidFill>
            <a:srgbClr val="A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6876288"/>
            <a:ext cx="237744" cy="155448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 algn="ctr">
              <a:defRPr sz="1000" b="1" i="0">
                <a:solidFill>
                  <a:srgbClr val="F5E8D0"/>
                </a:solidFill>
                <a:latin typeface="Lato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6775704"/>
            <a:ext cx="5074920" cy="31089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800" b="0" i="1">
                <a:solidFill>
                  <a:srgbClr val="29241E"/>
                </a:solidFill>
                <a:latin typeface="Liberation Serif"/>
              </a:defRPr>
            </a:pPr>
            <a:r>
              <a:t>Stand by 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7159752"/>
            <a:ext cx="5056632" cy="44805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200" b="0" i="0">
                <a:solidFill>
                  <a:srgbClr val="29241E"/>
                </a:solidFill>
                <a:latin typeface="Liberation Serif"/>
              </a:defRPr>
            </a:pPr>
            <a:r>
              <a:t>Porque quiero seguir a tu lado en cada etapa.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7726679"/>
            <a:ext cx="5212080" cy="10972"/>
          </a:xfrm>
          <a:prstGeom prst="rect">
            <a:avLst/>
          </a:prstGeom>
          <a:solidFill>
            <a:srgbClr val="B89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3504" y="7900416"/>
            <a:ext cx="292608" cy="292608"/>
          </a:xfrm>
          <a:prstGeom prst="ellipse">
            <a:avLst/>
          </a:prstGeom>
          <a:solidFill>
            <a:srgbClr val="A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" y="7936992"/>
            <a:ext cx="237744" cy="155448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 algn="ctr">
              <a:defRPr sz="1000" b="1" i="0">
                <a:solidFill>
                  <a:srgbClr val="F5E8D0"/>
                </a:solidFill>
                <a:latin typeface="Lato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7836408"/>
            <a:ext cx="5074920" cy="31089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800" b="0" i="1">
                <a:solidFill>
                  <a:srgbClr val="29241E"/>
                </a:solidFill>
                <a:latin typeface="Liberation Serif"/>
              </a:defRPr>
            </a:pPr>
            <a:r>
              <a:t>At Last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8220456"/>
            <a:ext cx="5056632" cy="44805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200" b="0" i="0">
                <a:solidFill>
                  <a:srgbClr val="29241E"/>
                </a:solidFill>
                <a:latin typeface="Liberation Serif"/>
              </a:defRPr>
            </a:pPr>
            <a:r>
              <a:t>Porque encontrarte fue llegar a casa.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" y="8787384"/>
            <a:ext cx="5212080" cy="10972"/>
          </a:xfrm>
          <a:prstGeom prst="rect">
            <a:avLst/>
          </a:prstGeom>
          <a:solidFill>
            <a:srgbClr val="B89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" y="9070848"/>
            <a:ext cx="5394960" cy="40233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400" b="0" i="1">
                <a:solidFill>
                  <a:srgbClr val="29241E"/>
                </a:solidFill>
                <a:latin typeface="Liberation Serif"/>
              </a:defRPr>
            </a:pPr>
            <a:r>
              <a:t>Gracias por formar parte de mi banda sonora.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9537192"/>
            <a:ext cx="4663440" cy="301752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500" b="0" i="1">
                <a:solidFill>
                  <a:srgbClr val="AA4A2A"/>
                </a:solidFill>
                <a:latin typeface="Liberation Serif"/>
              </a:defRPr>
            </a:pPr>
            <a:r>
              <a:t>Te quiero.  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" y="10058400"/>
            <a:ext cx="5669280" cy="10972"/>
          </a:xfrm>
          <a:prstGeom prst="rect">
            <a:avLst/>
          </a:prstGeom>
          <a:solidFill>
            <a:srgbClr val="A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" y="10168128"/>
            <a:ext cx="5303520" cy="210312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900" b="1" i="0">
                <a:solidFill>
                  <a:srgbClr val="AA4A2A"/>
                </a:solidFill>
                <a:latin typeface="Lato"/>
              </a:defRPr>
            </a:pPr>
            <a:r>
              <a:t>DILO  ·  REGALOS QUE SE ESCUCHAN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l_vi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484632" y="438912"/>
            <a:ext cx="457200" cy="457200"/>
          </a:xfrm>
          <a:prstGeom prst="ellipse">
            <a:avLst/>
          </a:prstGeom>
          <a:noFill/>
          <a:ln w="20320">
            <a:solidFill>
              <a:srgbClr val="292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21208" y="475488"/>
            <a:ext cx="384048" cy="384048"/>
          </a:xfrm>
          <a:prstGeom prst="ellipse">
            <a:avLst/>
          </a:prstGeom>
          <a:noFill/>
          <a:ln w="20320">
            <a:solidFill>
              <a:srgbClr val="292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57784" y="512063"/>
            <a:ext cx="310896" cy="310896"/>
          </a:xfrm>
          <a:prstGeom prst="ellipse">
            <a:avLst/>
          </a:prstGeom>
          <a:noFill/>
          <a:ln w="20320">
            <a:solidFill>
              <a:srgbClr val="292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548640"/>
            <a:ext cx="237744" cy="237744"/>
          </a:xfrm>
          <a:prstGeom prst="ellipse">
            <a:avLst/>
          </a:prstGeom>
          <a:noFill/>
          <a:ln w="20320">
            <a:solidFill>
              <a:srgbClr val="292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36" y="585216"/>
            <a:ext cx="164592" cy="164592"/>
          </a:xfrm>
          <a:prstGeom prst="ellipse">
            <a:avLst/>
          </a:prstGeom>
          <a:solidFill>
            <a:srgbClr val="A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96772" y="651052"/>
            <a:ext cx="32918" cy="32918"/>
          </a:xfrm>
          <a:prstGeom prst="ellipse">
            <a:avLst/>
          </a:prstGeom>
          <a:solidFill>
            <a:srgbClr val="F5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65760"/>
            <a:ext cx="3200400" cy="429768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2800" b="1" i="0">
                <a:solidFill>
                  <a:srgbClr val="29241E"/>
                </a:solidFill>
                <a:latin typeface="Lato"/>
              </a:defRPr>
            </a:pPr>
            <a:r>
              <a:t>DILO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841248"/>
            <a:ext cx="3566160" cy="21945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800" b="1" i="0">
                <a:solidFill>
                  <a:srgbClr val="AA4A2A"/>
                </a:solidFill>
                <a:latin typeface="Lato"/>
              </a:defRPr>
            </a:pPr>
            <a:r>
              <a:t>V I N Y L   &amp;   S T O R I E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252728"/>
            <a:ext cx="5394960" cy="621792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3900" b="0" i="1">
                <a:solidFill>
                  <a:srgbClr val="29241E"/>
                </a:solidFill>
                <a:latin typeface="Liberation Serif"/>
              </a:defRPr>
            </a:pPr>
            <a:r>
              <a:t>Para ti,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901952"/>
            <a:ext cx="5870448" cy="256032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000" b="1" i="0">
                <a:solidFill>
                  <a:srgbClr val="AA4A2A"/>
                </a:solidFill>
                <a:latin typeface="Lato"/>
              </a:defRPr>
            </a:pPr>
            <a:r>
              <a:t>UNA CARTA. MUCHAS CANCIONES.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258568"/>
            <a:ext cx="5907024" cy="640080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300" b="0" i="0">
                <a:solidFill>
                  <a:srgbClr val="29241E"/>
                </a:solidFill>
                <a:latin typeface="Liberation Serif"/>
              </a:defRPr>
            </a:pPr>
            <a:r>
              <a:t>[Escribe aquí tu dedicatoria. Puedes contar una historia que vaya revelando los títulos de las canciones.]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017520"/>
            <a:ext cx="5623560" cy="10972"/>
          </a:xfrm>
          <a:prstGeom prst="rect">
            <a:avLst/>
          </a:prstGeom>
          <a:solidFill>
            <a:srgbClr val="A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82112"/>
            <a:ext cx="5577840" cy="274320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000" b="1" i="0">
                <a:solidFill>
                  <a:srgbClr val="384E3D"/>
                </a:solidFill>
                <a:latin typeface="Lato"/>
              </a:defRPr>
            </a:pPr>
            <a:r>
              <a:t>LOS DISCOS QUE CUENTAN NUESTRA HISTORIA</a:t>
            </a:r>
          </a:p>
        </p:txBody>
      </p:sp>
      <p:sp>
        <p:nvSpPr>
          <p:cNvPr id="16" name="Oval 15"/>
          <p:cNvSpPr/>
          <p:nvPr/>
        </p:nvSpPr>
        <p:spPr>
          <a:xfrm>
            <a:off x="603504" y="3657600"/>
            <a:ext cx="292608" cy="292608"/>
          </a:xfrm>
          <a:prstGeom prst="ellipse">
            <a:avLst/>
          </a:prstGeom>
          <a:solidFill>
            <a:srgbClr val="A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3694176"/>
            <a:ext cx="237744" cy="155448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 algn="ctr">
              <a:defRPr sz="1000" b="1" i="0">
                <a:solidFill>
                  <a:srgbClr val="F5E8D0"/>
                </a:solidFill>
                <a:latin typeface="Lato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593592"/>
            <a:ext cx="5074920" cy="31089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800" b="0" i="1">
                <a:solidFill>
                  <a:srgbClr val="29241E"/>
                </a:solidFill>
                <a:latin typeface="Liberation Serif"/>
              </a:defRPr>
            </a:pPr>
            <a:r>
              <a:t>[Título de la canción 1]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3977640"/>
            <a:ext cx="5056632" cy="44805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200" b="0" i="0">
                <a:solidFill>
                  <a:srgbClr val="29241E"/>
                </a:solidFill>
                <a:latin typeface="Liberation Serif"/>
              </a:defRPr>
            </a:pPr>
            <a:r>
              <a:t>[Explica aquí el recuerdo o la emoción que representa este disco.]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544568"/>
            <a:ext cx="5212080" cy="10972"/>
          </a:xfrm>
          <a:prstGeom prst="rect">
            <a:avLst/>
          </a:prstGeom>
          <a:solidFill>
            <a:srgbClr val="B89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4718304"/>
            <a:ext cx="292608" cy="292608"/>
          </a:xfrm>
          <a:prstGeom prst="ellipse">
            <a:avLst/>
          </a:prstGeom>
          <a:solidFill>
            <a:srgbClr val="A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4754880"/>
            <a:ext cx="237744" cy="155448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 algn="ctr">
              <a:defRPr sz="1000" b="1" i="0">
                <a:solidFill>
                  <a:srgbClr val="F5E8D0"/>
                </a:solidFill>
                <a:latin typeface="Lato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654296"/>
            <a:ext cx="5074920" cy="31089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800" b="0" i="1">
                <a:solidFill>
                  <a:srgbClr val="29241E"/>
                </a:solidFill>
                <a:latin typeface="Liberation Serif"/>
              </a:defRPr>
            </a:pPr>
            <a:r>
              <a:t>[Título de la canción 2]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5038344"/>
            <a:ext cx="5056632" cy="44805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200" b="0" i="0">
                <a:solidFill>
                  <a:srgbClr val="29241E"/>
                </a:solidFill>
                <a:latin typeface="Liberation Serif"/>
              </a:defRPr>
            </a:pPr>
            <a:r>
              <a:t>[Explica aquí el recuerdo o la emoción que representa este disco.]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5605272"/>
            <a:ext cx="5212080" cy="10972"/>
          </a:xfrm>
          <a:prstGeom prst="rect">
            <a:avLst/>
          </a:prstGeom>
          <a:solidFill>
            <a:srgbClr val="B89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3504" y="5779008"/>
            <a:ext cx="292608" cy="292608"/>
          </a:xfrm>
          <a:prstGeom prst="ellipse">
            <a:avLst/>
          </a:prstGeom>
          <a:solidFill>
            <a:srgbClr val="A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5815584"/>
            <a:ext cx="237744" cy="155448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 algn="ctr">
              <a:defRPr sz="1000" b="1" i="0">
                <a:solidFill>
                  <a:srgbClr val="F5E8D0"/>
                </a:solidFill>
                <a:latin typeface="Lato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715000"/>
            <a:ext cx="5074920" cy="31089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800" b="0" i="1">
                <a:solidFill>
                  <a:srgbClr val="29241E"/>
                </a:solidFill>
                <a:latin typeface="Liberation Serif"/>
              </a:defRPr>
            </a:pPr>
            <a:r>
              <a:t>[Título de la canción 3]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6099048"/>
            <a:ext cx="5056632" cy="44805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200" b="0" i="0">
                <a:solidFill>
                  <a:srgbClr val="29241E"/>
                </a:solidFill>
                <a:latin typeface="Liberation Serif"/>
              </a:defRPr>
            </a:pPr>
            <a:r>
              <a:t>[Explica aquí el recuerdo o la emoción que representa este disco.]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6665976"/>
            <a:ext cx="5212080" cy="10972"/>
          </a:xfrm>
          <a:prstGeom prst="rect">
            <a:avLst/>
          </a:prstGeom>
          <a:solidFill>
            <a:srgbClr val="B89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03504" y="6839712"/>
            <a:ext cx="292608" cy="292608"/>
          </a:xfrm>
          <a:prstGeom prst="ellipse">
            <a:avLst/>
          </a:prstGeom>
          <a:solidFill>
            <a:srgbClr val="A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" y="6876288"/>
            <a:ext cx="237744" cy="155448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 algn="ctr">
              <a:defRPr sz="1000" b="1" i="0">
                <a:solidFill>
                  <a:srgbClr val="F5E8D0"/>
                </a:solidFill>
                <a:latin typeface="Lato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6775704"/>
            <a:ext cx="5074920" cy="31089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800" b="0" i="1">
                <a:solidFill>
                  <a:srgbClr val="29241E"/>
                </a:solidFill>
                <a:latin typeface="Liberation Serif"/>
              </a:defRPr>
            </a:pPr>
            <a:r>
              <a:t>[Título de la canción 4]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7159752"/>
            <a:ext cx="5056632" cy="44805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200" b="0" i="0">
                <a:solidFill>
                  <a:srgbClr val="29241E"/>
                </a:solidFill>
                <a:latin typeface="Liberation Serif"/>
              </a:defRPr>
            </a:pPr>
            <a:r>
              <a:t>[Explica aquí el recuerdo o la emoción que representa este disco.]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7726679"/>
            <a:ext cx="5212080" cy="10972"/>
          </a:xfrm>
          <a:prstGeom prst="rect">
            <a:avLst/>
          </a:prstGeom>
          <a:solidFill>
            <a:srgbClr val="B89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3504" y="7900416"/>
            <a:ext cx="292608" cy="292608"/>
          </a:xfrm>
          <a:prstGeom prst="ellipse">
            <a:avLst/>
          </a:prstGeom>
          <a:solidFill>
            <a:srgbClr val="A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" y="7936992"/>
            <a:ext cx="237744" cy="155448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 algn="ctr">
              <a:defRPr sz="1000" b="1" i="0">
                <a:solidFill>
                  <a:srgbClr val="F5E8D0"/>
                </a:solidFill>
                <a:latin typeface="Lato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7836408"/>
            <a:ext cx="5074920" cy="31089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800" b="0" i="1">
                <a:solidFill>
                  <a:srgbClr val="29241E"/>
                </a:solidFill>
                <a:latin typeface="Liberation Serif"/>
              </a:defRPr>
            </a:pPr>
            <a:r>
              <a:t>[Título de la canción 5]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8220456"/>
            <a:ext cx="5056632" cy="44805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200" b="0" i="0">
                <a:solidFill>
                  <a:srgbClr val="29241E"/>
                </a:solidFill>
                <a:latin typeface="Liberation Serif"/>
              </a:defRPr>
            </a:pPr>
            <a:r>
              <a:t>[Explica aquí el recuerdo o la emoción que representa este disco.]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" y="8787384"/>
            <a:ext cx="5212080" cy="10972"/>
          </a:xfrm>
          <a:prstGeom prst="rect">
            <a:avLst/>
          </a:prstGeom>
          <a:solidFill>
            <a:srgbClr val="B89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" y="9070848"/>
            <a:ext cx="5394960" cy="402336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400" b="0" i="1">
                <a:solidFill>
                  <a:srgbClr val="29241E"/>
                </a:solidFill>
                <a:latin typeface="Liberation Serif"/>
              </a:defRPr>
            </a:pPr>
            <a:r>
              <a:t>Gracias por formar parte de mi banda sonora.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9537192"/>
            <a:ext cx="4663440" cy="301752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1500" b="0" i="1">
                <a:solidFill>
                  <a:srgbClr val="AA4A2A"/>
                </a:solidFill>
                <a:latin typeface="Liberation Serif"/>
              </a:defRPr>
            </a:pPr>
            <a:r>
              <a:t>[Firma y despedida]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" y="10058400"/>
            <a:ext cx="5669280" cy="10972"/>
          </a:xfrm>
          <a:prstGeom prst="rect">
            <a:avLst/>
          </a:prstGeom>
          <a:solidFill>
            <a:srgbClr val="A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" y="10168128"/>
            <a:ext cx="5303520" cy="210312"/>
          </a:xfrm>
          <a:prstGeom prst="rect">
            <a:avLst/>
          </a:prstGeom>
          <a:noFill/>
        </p:spPr>
        <p:txBody>
          <a:bodyPr wrap="square" lIns="18288" tIns="9144" rIns="18288" bIns="0">
            <a:spAutoFit/>
          </a:bodyPr>
          <a:lstStyle/>
          <a:p>
            <a:pPr>
              <a:defRPr sz="900" b="1" i="0">
                <a:solidFill>
                  <a:srgbClr val="AA4A2A"/>
                </a:solidFill>
                <a:latin typeface="Lato"/>
              </a:defRPr>
            </a:pPr>
            <a:r>
              <a:t>DILO  ·  REGALOS QUE SE ESCUCHAN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